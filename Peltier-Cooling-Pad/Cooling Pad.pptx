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62" r:id="rId6"/>
    <p:sldId id="263" r:id="rId7"/>
  </p:sldIdLst>
  <p:sldSz cx="14630400" cy="8229600"/>
  <p:notesSz cx="8229600" cy="146304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Barlow Medium" panose="000006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8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21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6" y="2057400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6000" dirty="0">
                <a:solidFill>
                  <a:schemeClr val="bg1"/>
                </a:solidFill>
              </a:rPr>
              <a:t>Cooling Sleeping Pad Using Peltier Module (TEC1-12706)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45892" y="4537740"/>
            <a:ext cx="8649729" cy="46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An Innovative Solution for Comfortable Sleep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965B0-F56B-404A-B0CB-B792FF8A0B5A}"/>
              </a:ext>
            </a:extLst>
          </p:cNvPr>
          <p:cNvSpPr txBox="1"/>
          <p:nvPr/>
        </p:nvSpPr>
        <p:spPr>
          <a:xfrm>
            <a:off x="12781019" y="7781440"/>
            <a:ext cx="17184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    01      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014EF-CA51-184F-80A8-E83F5156F87F}"/>
              </a:ext>
            </a:extLst>
          </p:cNvPr>
          <p:cNvSpPr txBox="1"/>
          <p:nvPr/>
        </p:nvSpPr>
        <p:spPr>
          <a:xfrm>
            <a:off x="6808572" y="5424616"/>
            <a:ext cx="61289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Sonia Azhar Siddiqui</a:t>
            </a:r>
          </a:p>
          <a:p>
            <a:r>
              <a:rPr lang="en-US" sz="2000" dirty="0">
                <a:solidFill>
                  <a:schemeClr val="bg1"/>
                </a:solidFill>
              </a:rPr>
              <a:t>Amir Rehman</a:t>
            </a:r>
          </a:p>
          <a:p>
            <a:r>
              <a:rPr lang="en-US" sz="2000" dirty="0">
                <a:solidFill>
                  <a:schemeClr val="bg1"/>
                </a:solidFill>
              </a:rPr>
              <a:t>Abdul Ghani</a:t>
            </a:r>
          </a:p>
          <a:p>
            <a:r>
              <a:rPr lang="en-US" sz="2000" dirty="0">
                <a:solidFill>
                  <a:schemeClr val="bg1"/>
                </a:solidFill>
              </a:rPr>
              <a:t>Arham Jaffer</a:t>
            </a:r>
          </a:p>
          <a:p>
            <a:r>
              <a:rPr lang="en-US" sz="2000" dirty="0">
                <a:solidFill>
                  <a:schemeClr val="bg1"/>
                </a:solidFill>
              </a:rPr>
              <a:t>SEMESTER 3  EE – B2</a:t>
            </a:r>
            <a:endParaRPr lang="en-PK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7868"/>
          <a:stretch/>
        </p:blipFill>
        <p:spPr>
          <a:xfrm>
            <a:off x="0" y="735227"/>
            <a:ext cx="5486400" cy="67591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771525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400" dirty="0">
                <a:solidFill>
                  <a:schemeClr val="bg1"/>
                </a:solidFill>
              </a:rPr>
              <a:t>Problem</a:t>
            </a:r>
            <a:r>
              <a:rPr lang="en-US" sz="4400" dirty="0"/>
              <a:t> </a:t>
            </a:r>
            <a:r>
              <a:rPr lang="en-US" sz="4400" dirty="0">
                <a:solidFill>
                  <a:schemeClr val="bg1"/>
                </a:solidFill>
              </a:rPr>
              <a:t>Statement</a:t>
            </a:r>
            <a:endParaRPr lang="en-US" sz="43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E726D2-E0FB-492E-9864-DECC38F5B69A}"/>
              </a:ext>
            </a:extLst>
          </p:cNvPr>
          <p:cNvSpPr txBox="1"/>
          <p:nvPr/>
        </p:nvSpPr>
        <p:spPr>
          <a:xfrm>
            <a:off x="12781019" y="7781440"/>
            <a:ext cx="17184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    02              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B509B-A59D-76DA-2EB4-11772A4E6854}"/>
              </a:ext>
            </a:extLst>
          </p:cNvPr>
          <p:cNvSpPr txBox="1"/>
          <p:nvPr/>
        </p:nvSpPr>
        <p:spPr>
          <a:xfrm>
            <a:off x="6350437" y="2286000"/>
            <a:ext cx="69577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What is the problem?</a:t>
            </a:r>
          </a:p>
          <a:p>
            <a:r>
              <a:rPr lang="en-US" sz="3600" dirty="0">
                <a:solidFill>
                  <a:schemeClr val="bg1"/>
                </a:solidFill>
              </a:rPr>
              <a:t>A way to cool down a single person sleeping in a room without the need of an AC to cool the entire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8477" y="920115"/>
            <a:ext cx="12987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400" dirty="0">
                <a:solidFill>
                  <a:schemeClr val="bg1"/>
                </a:solidFill>
              </a:rPr>
              <a:t>Proposed Solution</a:t>
            </a:r>
            <a:endParaRPr lang="en-US" sz="430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1194865" y="2398114"/>
            <a:ext cx="5180744" cy="3719510"/>
          </a:xfrm>
          <a:prstGeom prst="roundRect">
            <a:avLst>
              <a:gd name="adj" fmla="val 3995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8254792" y="2398115"/>
            <a:ext cx="4876038" cy="3719509"/>
          </a:xfrm>
          <a:prstGeom prst="roundRect">
            <a:avLst>
              <a:gd name="adj" fmla="val 3995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9" name="Text 6"/>
          <p:cNvSpPr/>
          <p:nvPr/>
        </p:nvSpPr>
        <p:spPr>
          <a:xfrm>
            <a:off x="6724541" y="3063303"/>
            <a:ext cx="306050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FB30D-4D40-4FD0-AD2E-83EB80C00557}"/>
              </a:ext>
            </a:extLst>
          </p:cNvPr>
          <p:cNvSpPr txBox="1"/>
          <p:nvPr/>
        </p:nvSpPr>
        <p:spPr>
          <a:xfrm>
            <a:off x="12781019" y="7781440"/>
            <a:ext cx="17184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    05                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E25DD-D6A6-5F37-6D4E-E39A360CFC4D}"/>
              </a:ext>
            </a:extLst>
          </p:cNvPr>
          <p:cNvSpPr txBox="1"/>
          <p:nvPr/>
        </p:nvSpPr>
        <p:spPr>
          <a:xfrm>
            <a:off x="1752550" y="3063303"/>
            <a:ext cx="40653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What are we doing?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Designing a cooling sleeping pad using a Peltier module (TEC1-12706) to create a thermoelectric cooling system.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3504BD-2939-0D86-5710-33CD8F1F52F5}"/>
              </a:ext>
            </a:extLst>
          </p:cNvPr>
          <p:cNvSpPr txBox="1"/>
          <p:nvPr/>
        </p:nvSpPr>
        <p:spPr>
          <a:xfrm>
            <a:off x="8757972" y="3063303"/>
            <a:ext cx="38696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Analysis/Prototype</a:t>
            </a:r>
            <a:endParaRPr lang="en-US" altLang="en-PK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project involves developing a prototype that utilizes water circulation for effective cooling.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39222"/>
            <a:ext cx="1010876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Peltier Effect: The Science Behind Cooling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372683"/>
            <a:ext cx="29657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Thermoelectric Principle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962400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Peltier effect occurs when an electric current is passed through two dissimilar conductors, creating a temperature difference between the two junctions.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372683"/>
            <a:ext cx="34529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Heat Absorption and Release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3962400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side of the Peltier module absorbs heat, while the other side releases it, creating the cooling effect.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37268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Efficient Heat Transfer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3962400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Cooling Pad's design maximizes the Peltier module's efficiency, enabling effective heat transfer and dissipation.</a:t>
            </a:r>
            <a:endParaRPr lang="en-US" sz="1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FD208-3CDA-4A31-8633-13FCA673CE08}"/>
              </a:ext>
            </a:extLst>
          </p:cNvPr>
          <p:cNvSpPr txBox="1"/>
          <p:nvPr/>
        </p:nvSpPr>
        <p:spPr>
          <a:xfrm>
            <a:off x="12781019" y="7781440"/>
            <a:ext cx="17184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    03    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64037" y="415992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4E19B-316D-438B-B581-5E273A9FC179}"/>
              </a:ext>
            </a:extLst>
          </p:cNvPr>
          <p:cNvSpPr txBox="1"/>
          <p:nvPr/>
        </p:nvSpPr>
        <p:spPr>
          <a:xfrm>
            <a:off x="12781019" y="7781440"/>
            <a:ext cx="17184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    07                     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D443D2C5-0A66-D0B4-6603-B6691058EF3E}"/>
              </a:ext>
            </a:extLst>
          </p:cNvPr>
          <p:cNvSpPr/>
          <p:nvPr/>
        </p:nvSpPr>
        <p:spPr>
          <a:xfrm>
            <a:off x="778477" y="920115"/>
            <a:ext cx="12987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chemeClr val="bg1"/>
                </a:solidFill>
              </a:rPr>
              <a:t>Components and their Roles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8DA7D0-A7C2-1ABB-4728-A4D8B5714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66" y="1699182"/>
            <a:ext cx="9344154" cy="620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E89735-BE31-D533-47EC-1AE814B92C68}"/>
              </a:ext>
            </a:extLst>
          </p:cNvPr>
          <p:cNvSpPr txBox="1"/>
          <p:nvPr/>
        </p:nvSpPr>
        <p:spPr>
          <a:xfrm>
            <a:off x="1495168" y="3348682"/>
            <a:ext cx="116400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4800" dirty="0">
                <a:solidFill>
                  <a:schemeClr val="bg1"/>
                </a:solidFill>
              </a:rPr>
              <a:t>https://docs.google.com/document/d/1BUxcBxugOwYxlk6tO9YKoJdKB2ELoHtxlpanpZQgNX4/edit?amp;usp=embed_facebook&amp;tab=t.0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ABFB293-3847-3BB8-6501-C4D4E998AB4A}"/>
              </a:ext>
            </a:extLst>
          </p:cNvPr>
          <p:cNvSpPr/>
          <p:nvPr/>
        </p:nvSpPr>
        <p:spPr>
          <a:xfrm>
            <a:off x="778477" y="920115"/>
            <a:ext cx="12987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chemeClr val="bg1"/>
                </a:solidFill>
              </a:rPr>
              <a:t>Link to Report</a:t>
            </a:r>
          </a:p>
        </p:txBody>
      </p:sp>
    </p:spTree>
    <p:extLst>
      <p:ext uri="{BB962C8B-B14F-4D97-AF65-F5344CB8AC3E}">
        <p14:creationId xmlns:p14="http://schemas.microsoft.com/office/powerpoint/2010/main" val="288138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Custom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Barlow Medium</vt:lpstr>
      <vt:lpstr>Arial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Humbal Siddiqui</cp:lastModifiedBy>
  <cp:revision>4</cp:revision>
  <dcterms:created xsi:type="dcterms:W3CDTF">2024-11-03T21:40:45Z</dcterms:created>
  <dcterms:modified xsi:type="dcterms:W3CDTF">2024-11-04T18:42:25Z</dcterms:modified>
</cp:coreProperties>
</file>